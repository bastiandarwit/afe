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0" r:id="rId2"/>
    <p:sldMasterId id="2147483682" r:id="rId3"/>
  </p:sldMasterIdLst>
  <p:notesMasterIdLst>
    <p:notesMasterId r:id="rId11"/>
  </p:notesMasterIdLst>
  <p:handoutMasterIdLst>
    <p:handoutMasterId r:id="rId12"/>
  </p:handoutMasterIdLst>
  <p:sldIdLst>
    <p:sldId id="261" r:id="rId4"/>
    <p:sldId id="263" r:id="rId5"/>
    <p:sldId id="265" r:id="rId6"/>
    <p:sldId id="266" r:id="rId7"/>
    <p:sldId id="268" r:id="rId8"/>
    <p:sldId id="269" r:id="rId9"/>
    <p:sldId id="267" r:id="rId10"/>
  </p:sldIdLst>
  <p:sldSz cx="9144000" cy="6858000" type="screen4x3"/>
  <p:notesSz cx="7053263" cy="9309100"/>
  <p:defaultTextStyle>
    <a:defPPr>
      <a:defRPr lang="es-CL"/>
    </a:defPPr>
    <a:lvl1pPr marL="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98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961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94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921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899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882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861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584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14" d="100"/>
          <a:sy n="114" d="100"/>
        </p:scale>
        <p:origin x="-1470" y="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995217" y="0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>
              <a:defRPr sz="1200"/>
            </a:lvl1pPr>
          </a:lstStyle>
          <a:p>
            <a:fld id="{F7441441-8FC0-4A30-89C4-F31D5A1C1895}" type="datetimeFigureOut">
              <a:rPr lang="es-CL" smtClean="0"/>
              <a:t>09-08-2017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842029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995217" y="8842029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r">
              <a:defRPr sz="1200"/>
            </a:lvl1pPr>
          </a:lstStyle>
          <a:p>
            <a:fld id="{36487FEA-E5F0-44EA-AEEE-18FE56B8947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01294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995217" y="0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>
              <a:defRPr sz="1200"/>
            </a:lvl1pPr>
          </a:lstStyle>
          <a:p>
            <a:fld id="{931033AC-E193-49D3-90A8-424EF36BA0C9}" type="datetimeFigureOut">
              <a:rPr lang="es-CL" smtClean="0"/>
              <a:t>09-08-2017</a:t>
            </a:fld>
            <a:endParaRPr lang="es-CL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698500"/>
            <a:ext cx="46545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497" tIns="46749" rIns="93497" bIns="46749" rtlCol="0" anchor="ctr"/>
          <a:lstStyle/>
          <a:p>
            <a:endParaRPr lang="es-CL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vert="horz" lIns="93497" tIns="46749" rIns="93497" bIns="46749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842029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995217" y="8842029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r">
              <a:defRPr sz="1200"/>
            </a:lvl1pPr>
          </a:lstStyle>
          <a:p>
            <a:fld id="{724653D3-67DB-4300-BF3B-A2F64A3516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40270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4653D3-67DB-4300-BF3B-A2F64A35162B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52573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3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4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545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369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5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10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2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37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4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800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2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435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53" indent="0">
              <a:buNone/>
              <a:defRPr sz="2000" b="1"/>
            </a:lvl2pPr>
            <a:lvl3pPr marL="914107" indent="0">
              <a:buNone/>
              <a:defRPr sz="1800" b="1"/>
            </a:lvl3pPr>
            <a:lvl4pPr marL="1371160" indent="0">
              <a:buNone/>
              <a:defRPr sz="1600" b="1"/>
            </a:lvl4pPr>
            <a:lvl5pPr marL="1828214" indent="0">
              <a:buNone/>
              <a:defRPr sz="1600" b="1"/>
            </a:lvl5pPr>
            <a:lvl6pPr marL="2285266" indent="0">
              <a:buNone/>
              <a:defRPr sz="1600" b="1"/>
            </a:lvl6pPr>
            <a:lvl7pPr marL="2742321" indent="0">
              <a:buNone/>
              <a:defRPr sz="1600" b="1"/>
            </a:lvl7pPr>
            <a:lvl8pPr marL="3199374" indent="0">
              <a:buNone/>
              <a:defRPr sz="1600" b="1"/>
            </a:lvl8pPr>
            <a:lvl9pPr marL="3656426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53" indent="0">
              <a:buNone/>
              <a:defRPr sz="2000" b="1"/>
            </a:lvl2pPr>
            <a:lvl3pPr marL="914107" indent="0">
              <a:buNone/>
              <a:defRPr sz="1800" b="1"/>
            </a:lvl3pPr>
            <a:lvl4pPr marL="1371160" indent="0">
              <a:buNone/>
              <a:defRPr sz="1600" b="1"/>
            </a:lvl4pPr>
            <a:lvl5pPr marL="1828214" indent="0">
              <a:buNone/>
              <a:defRPr sz="1600" b="1"/>
            </a:lvl5pPr>
            <a:lvl6pPr marL="2285266" indent="0">
              <a:buNone/>
              <a:defRPr sz="1600" b="1"/>
            </a:lvl6pPr>
            <a:lvl7pPr marL="2742321" indent="0">
              <a:buNone/>
              <a:defRPr sz="1600" b="1"/>
            </a:lvl7pPr>
            <a:lvl8pPr marL="3199374" indent="0">
              <a:buNone/>
              <a:defRPr sz="1600" b="1"/>
            </a:lvl8pPr>
            <a:lvl9pPr marL="3656426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3234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5 Imagen" descr="ACADÉMICA 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087" y="0"/>
            <a:ext cx="91158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4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17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1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2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053" indent="0">
              <a:buNone/>
              <a:defRPr sz="1200"/>
            </a:lvl2pPr>
            <a:lvl3pPr marL="914107" indent="0">
              <a:buNone/>
              <a:defRPr sz="1000"/>
            </a:lvl3pPr>
            <a:lvl4pPr marL="1371160" indent="0">
              <a:buNone/>
              <a:defRPr sz="900"/>
            </a:lvl4pPr>
            <a:lvl5pPr marL="1828214" indent="0">
              <a:buNone/>
              <a:defRPr sz="900"/>
            </a:lvl5pPr>
            <a:lvl6pPr marL="2285266" indent="0">
              <a:buNone/>
              <a:defRPr sz="900"/>
            </a:lvl6pPr>
            <a:lvl7pPr marL="2742321" indent="0">
              <a:buNone/>
              <a:defRPr sz="900"/>
            </a:lvl7pPr>
            <a:lvl8pPr marL="3199374" indent="0">
              <a:buNone/>
              <a:defRPr sz="900"/>
            </a:lvl8pPr>
            <a:lvl9pPr marL="3656426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473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053" indent="0">
              <a:buNone/>
              <a:defRPr sz="2800"/>
            </a:lvl2pPr>
            <a:lvl3pPr marL="914107" indent="0">
              <a:buNone/>
              <a:defRPr sz="2400"/>
            </a:lvl3pPr>
            <a:lvl4pPr marL="1371160" indent="0">
              <a:buNone/>
              <a:defRPr sz="2000"/>
            </a:lvl4pPr>
            <a:lvl5pPr marL="1828214" indent="0">
              <a:buNone/>
              <a:defRPr sz="2000"/>
            </a:lvl5pPr>
            <a:lvl6pPr marL="2285266" indent="0">
              <a:buNone/>
              <a:defRPr sz="2000"/>
            </a:lvl6pPr>
            <a:lvl7pPr marL="2742321" indent="0">
              <a:buNone/>
              <a:defRPr sz="2000"/>
            </a:lvl7pPr>
            <a:lvl8pPr marL="3199374" indent="0">
              <a:buNone/>
              <a:defRPr sz="2000"/>
            </a:lvl8pPr>
            <a:lvl9pPr marL="3656426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053" indent="0">
              <a:buNone/>
              <a:defRPr sz="1200"/>
            </a:lvl2pPr>
            <a:lvl3pPr marL="914107" indent="0">
              <a:buNone/>
              <a:defRPr sz="1000"/>
            </a:lvl3pPr>
            <a:lvl4pPr marL="1371160" indent="0">
              <a:buNone/>
              <a:defRPr sz="900"/>
            </a:lvl4pPr>
            <a:lvl5pPr marL="1828214" indent="0">
              <a:buNone/>
              <a:defRPr sz="900"/>
            </a:lvl5pPr>
            <a:lvl6pPr marL="2285266" indent="0">
              <a:buNone/>
              <a:defRPr sz="900"/>
            </a:lvl6pPr>
            <a:lvl7pPr marL="2742321" indent="0">
              <a:buNone/>
              <a:defRPr sz="900"/>
            </a:lvl7pPr>
            <a:lvl8pPr marL="3199374" indent="0">
              <a:buNone/>
              <a:defRPr sz="900"/>
            </a:lvl8pPr>
            <a:lvl9pPr marL="3656426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409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404" y="2130085"/>
            <a:ext cx="7773193" cy="1470472"/>
          </a:xfrm>
        </p:spPr>
        <p:txBody>
          <a:bodyPr/>
          <a:lstStyle/>
          <a:p>
            <a:r>
              <a:rPr lang="es-ES" dirty="0" smtClean="0"/>
              <a:t>Haga clic para modificar el estilo de título del patrón</a:t>
            </a:r>
            <a:endParaRPr lang="es-CL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2250" y="3886248"/>
            <a:ext cx="6399501" cy="175196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01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0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04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05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0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08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70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8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 smtClean="0"/>
              <a:t>Haga clic para modificar el estilo de subtítulo del patrón</a:t>
            </a:r>
            <a:endParaRPr lang="es-CL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752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9193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921" y="4407215"/>
            <a:ext cx="7771750" cy="1361237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921" y="2907333"/>
            <a:ext cx="7771750" cy="1499881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01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202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30403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4053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05067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46080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87093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281073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258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417" y="1600715"/>
            <a:ext cx="4044600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0540" y="1600715"/>
            <a:ext cx="4046043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288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8" y="1534892"/>
            <a:ext cx="4040271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134" indent="0">
              <a:buNone/>
              <a:defRPr sz="1800" b="1"/>
            </a:lvl2pPr>
            <a:lvl3pPr marL="820269" indent="0">
              <a:buNone/>
              <a:defRPr sz="1600" b="1"/>
            </a:lvl3pPr>
            <a:lvl4pPr marL="1230403" indent="0">
              <a:buNone/>
              <a:defRPr sz="1400" b="1"/>
            </a:lvl4pPr>
            <a:lvl5pPr marL="1640536" indent="0">
              <a:buNone/>
              <a:defRPr sz="1400" b="1"/>
            </a:lvl5pPr>
            <a:lvl6pPr marL="2050670" indent="0">
              <a:buNone/>
              <a:defRPr sz="1400" b="1"/>
            </a:lvl6pPr>
            <a:lvl7pPr marL="2460804" indent="0">
              <a:buNone/>
              <a:defRPr sz="1400" b="1"/>
            </a:lvl7pPr>
            <a:lvl8pPr marL="2870939" indent="0">
              <a:buNone/>
              <a:defRPr sz="1400" b="1"/>
            </a:lvl8pPr>
            <a:lvl9pPr marL="3281073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418" y="2174899"/>
            <a:ext cx="4040271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4871" y="1534892"/>
            <a:ext cx="4041714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134" indent="0">
              <a:buNone/>
              <a:defRPr sz="1800" b="1"/>
            </a:lvl2pPr>
            <a:lvl3pPr marL="820269" indent="0">
              <a:buNone/>
              <a:defRPr sz="1600" b="1"/>
            </a:lvl3pPr>
            <a:lvl4pPr marL="1230403" indent="0">
              <a:buNone/>
              <a:defRPr sz="1400" b="1"/>
            </a:lvl4pPr>
            <a:lvl5pPr marL="1640536" indent="0">
              <a:buNone/>
              <a:defRPr sz="1400" b="1"/>
            </a:lvl5pPr>
            <a:lvl6pPr marL="2050670" indent="0">
              <a:buNone/>
              <a:defRPr sz="1400" b="1"/>
            </a:lvl6pPr>
            <a:lvl7pPr marL="2460804" indent="0">
              <a:buNone/>
              <a:defRPr sz="1400" b="1"/>
            </a:lvl7pPr>
            <a:lvl8pPr marL="2870939" indent="0">
              <a:buNone/>
              <a:defRPr sz="1400" b="1"/>
            </a:lvl8pPr>
            <a:lvl9pPr marL="3281073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4871" y="2174899"/>
            <a:ext cx="4041714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5173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1910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374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418" y="273089"/>
            <a:ext cx="3008559" cy="116237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642" y="273089"/>
            <a:ext cx="5110943" cy="5852477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418" y="1435461"/>
            <a:ext cx="3008559" cy="4690104"/>
          </a:xfrm>
        </p:spPr>
        <p:txBody>
          <a:bodyPr/>
          <a:lstStyle>
            <a:lvl1pPr marL="0" indent="0">
              <a:buNone/>
              <a:defRPr sz="1300"/>
            </a:lvl1pPr>
            <a:lvl2pPr marL="410134" indent="0">
              <a:buNone/>
              <a:defRPr sz="1100"/>
            </a:lvl2pPr>
            <a:lvl3pPr marL="820269" indent="0">
              <a:buNone/>
              <a:defRPr sz="900"/>
            </a:lvl3pPr>
            <a:lvl4pPr marL="1230403" indent="0">
              <a:buNone/>
              <a:defRPr sz="800"/>
            </a:lvl4pPr>
            <a:lvl5pPr marL="1640536" indent="0">
              <a:buNone/>
              <a:defRPr sz="800"/>
            </a:lvl5pPr>
            <a:lvl6pPr marL="2050670" indent="0">
              <a:buNone/>
              <a:defRPr sz="800"/>
            </a:lvl6pPr>
            <a:lvl7pPr marL="2460804" indent="0">
              <a:buNone/>
              <a:defRPr sz="800"/>
            </a:lvl7pPr>
            <a:lvl8pPr marL="2870939" indent="0">
              <a:buNone/>
              <a:defRPr sz="800"/>
            </a:lvl8pPr>
            <a:lvl9pPr marL="3281073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223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150" y="4800740"/>
            <a:ext cx="5486111" cy="56718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150" y="613398"/>
            <a:ext cx="5486111" cy="4114520"/>
          </a:xfrm>
        </p:spPr>
        <p:txBody>
          <a:bodyPr/>
          <a:lstStyle>
            <a:lvl1pPr marL="0" indent="0">
              <a:buNone/>
              <a:defRPr sz="2900"/>
            </a:lvl1pPr>
            <a:lvl2pPr marL="410134" indent="0">
              <a:buNone/>
              <a:defRPr sz="2500"/>
            </a:lvl2pPr>
            <a:lvl3pPr marL="820269" indent="0">
              <a:buNone/>
              <a:defRPr sz="2200"/>
            </a:lvl3pPr>
            <a:lvl4pPr marL="1230403" indent="0">
              <a:buNone/>
              <a:defRPr sz="1800"/>
            </a:lvl4pPr>
            <a:lvl5pPr marL="1640536" indent="0">
              <a:buNone/>
              <a:defRPr sz="1800"/>
            </a:lvl5pPr>
            <a:lvl6pPr marL="2050670" indent="0">
              <a:buNone/>
              <a:defRPr sz="1800"/>
            </a:lvl6pPr>
            <a:lvl7pPr marL="2460804" indent="0">
              <a:buNone/>
              <a:defRPr sz="1800"/>
            </a:lvl7pPr>
            <a:lvl8pPr marL="2870939" indent="0">
              <a:buNone/>
              <a:defRPr sz="1800"/>
            </a:lvl8pPr>
            <a:lvl9pPr marL="3281073" indent="0">
              <a:buNone/>
              <a:defRPr sz="18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150" y="5367922"/>
            <a:ext cx="5486111" cy="803858"/>
          </a:xfrm>
        </p:spPr>
        <p:txBody>
          <a:bodyPr/>
          <a:lstStyle>
            <a:lvl1pPr marL="0" indent="0">
              <a:buNone/>
              <a:defRPr sz="1300"/>
            </a:lvl1pPr>
            <a:lvl2pPr marL="410134" indent="0">
              <a:buNone/>
              <a:defRPr sz="1100"/>
            </a:lvl2pPr>
            <a:lvl3pPr marL="820269" indent="0">
              <a:buNone/>
              <a:defRPr sz="900"/>
            </a:lvl3pPr>
            <a:lvl4pPr marL="1230403" indent="0">
              <a:buNone/>
              <a:defRPr sz="800"/>
            </a:lvl4pPr>
            <a:lvl5pPr marL="1640536" indent="0">
              <a:buNone/>
              <a:defRPr sz="800"/>
            </a:lvl5pPr>
            <a:lvl6pPr marL="2050670" indent="0">
              <a:buNone/>
              <a:defRPr sz="800"/>
            </a:lvl6pPr>
            <a:lvl7pPr marL="2460804" indent="0">
              <a:buNone/>
              <a:defRPr sz="800"/>
            </a:lvl7pPr>
            <a:lvl8pPr marL="2870939" indent="0">
              <a:buNone/>
              <a:defRPr sz="800"/>
            </a:lvl8pPr>
            <a:lvl9pPr marL="3281073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1247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966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30376" y="274489"/>
            <a:ext cx="2056209" cy="5851077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417" y="274489"/>
            <a:ext cx="6034434" cy="585107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0648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404" y="2130084"/>
            <a:ext cx="7773193" cy="1470472"/>
          </a:xfrm>
        </p:spPr>
        <p:txBody>
          <a:bodyPr/>
          <a:lstStyle/>
          <a:p>
            <a:r>
              <a:rPr lang="es-ES" dirty="0" smtClean="0"/>
              <a:t>Haga clic para modificar el estilo de título del patrón</a:t>
            </a:r>
            <a:endParaRPr lang="es-CL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2250" y="3886247"/>
            <a:ext cx="6399501" cy="175196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07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09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1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713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815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 smtClean="0"/>
              <a:t>Haga clic para modificar el estilo de subtítulo del patrón</a:t>
            </a:r>
            <a:endParaRPr lang="es-CL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6760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24076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921" y="4407214"/>
            <a:ext cx="7771750" cy="1361237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921" y="2907333"/>
            <a:ext cx="7771750" cy="1499881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0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2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306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407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0509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4611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8713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2815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3793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417" y="1600714"/>
            <a:ext cx="4044600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0540" y="1600714"/>
            <a:ext cx="4046043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4600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534892"/>
            <a:ext cx="4040271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200" indent="0">
              <a:buNone/>
              <a:defRPr sz="1800" b="1"/>
            </a:lvl2pPr>
            <a:lvl3pPr marL="820400" indent="0">
              <a:buNone/>
              <a:defRPr sz="1600" b="1"/>
            </a:lvl3pPr>
            <a:lvl4pPr marL="1230600" indent="0">
              <a:buNone/>
              <a:defRPr sz="1400" b="1"/>
            </a:lvl4pPr>
            <a:lvl5pPr marL="1640799" indent="0">
              <a:buNone/>
              <a:defRPr sz="1400" b="1"/>
            </a:lvl5pPr>
            <a:lvl6pPr marL="2050999" indent="0">
              <a:buNone/>
              <a:defRPr sz="1400" b="1"/>
            </a:lvl6pPr>
            <a:lvl7pPr marL="2461199" indent="0">
              <a:buNone/>
              <a:defRPr sz="1400" b="1"/>
            </a:lvl7pPr>
            <a:lvl8pPr marL="2871399" indent="0">
              <a:buNone/>
              <a:defRPr sz="1400" b="1"/>
            </a:lvl8pPr>
            <a:lvl9pPr marL="3281599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417" y="2174898"/>
            <a:ext cx="4040271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4870" y="1534892"/>
            <a:ext cx="4041714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200" indent="0">
              <a:buNone/>
              <a:defRPr sz="1800" b="1"/>
            </a:lvl2pPr>
            <a:lvl3pPr marL="820400" indent="0">
              <a:buNone/>
              <a:defRPr sz="1600" b="1"/>
            </a:lvl3pPr>
            <a:lvl4pPr marL="1230600" indent="0">
              <a:buNone/>
              <a:defRPr sz="1400" b="1"/>
            </a:lvl4pPr>
            <a:lvl5pPr marL="1640799" indent="0">
              <a:buNone/>
              <a:defRPr sz="1400" b="1"/>
            </a:lvl5pPr>
            <a:lvl6pPr marL="2050999" indent="0">
              <a:buNone/>
              <a:defRPr sz="1400" b="1"/>
            </a:lvl6pPr>
            <a:lvl7pPr marL="2461199" indent="0">
              <a:buNone/>
              <a:defRPr sz="1400" b="1"/>
            </a:lvl7pPr>
            <a:lvl8pPr marL="2871399" indent="0">
              <a:buNone/>
              <a:defRPr sz="1400" b="1"/>
            </a:lvl8pPr>
            <a:lvl9pPr marL="3281599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4870" y="2174898"/>
            <a:ext cx="4041714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7947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4421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8548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417" y="273088"/>
            <a:ext cx="3008559" cy="116237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641" y="273088"/>
            <a:ext cx="5110943" cy="5852477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417" y="1435461"/>
            <a:ext cx="3008559" cy="4690104"/>
          </a:xfrm>
        </p:spPr>
        <p:txBody>
          <a:bodyPr/>
          <a:lstStyle>
            <a:lvl1pPr marL="0" indent="0">
              <a:buNone/>
              <a:defRPr sz="1300"/>
            </a:lvl1pPr>
            <a:lvl2pPr marL="410200" indent="0">
              <a:buNone/>
              <a:defRPr sz="1100"/>
            </a:lvl2pPr>
            <a:lvl3pPr marL="820400" indent="0">
              <a:buNone/>
              <a:defRPr sz="900"/>
            </a:lvl3pPr>
            <a:lvl4pPr marL="1230600" indent="0">
              <a:buNone/>
              <a:defRPr sz="800"/>
            </a:lvl4pPr>
            <a:lvl5pPr marL="1640799" indent="0">
              <a:buNone/>
              <a:defRPr sz="800"/>
            </a:lvl5pPr>
            <a:lvl6pPr marL="2050999" indent="0">
              <a:buNone/>
              <a:defRPr sz="800"/>
            </a:lvl6pPr>
            <a:lvl7pPr marL="2461199" indent="0">
              <a:buNone/>
              <a:defRPr sz="800"/>
            </a:lvl7pPr>
            <a:lvl8pPr marL="2871399" indent="0">
              <a:buNone/>
              <a:defRPr sz="800"/>
            </a:lvl8pPr>
            <a:lvl9pPr marL="3281599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8275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149" y="4800740"/>
            <a:ext cx="5486111" cy="56718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149" y="613397"/>
            <a:ext cx="5486111" cy="4114520"/>
          </a:xfrm>
        </p:spPr>
        <p:txBody>
          <a:bodyPr/>
          <a:lstStyle>
            <a:lvl1pPr marL="0" indent="0">
              <a:buNone/>
              <a:defRPr sz="2900"/>
            </a:lvl1pPr>
            <a:lvl2pPr marL="410200" indent="0">
              <a:buNone/>
              <a:defRPr sz="2500"/>
            </a:lvl2pPr>
            <a:lvl3pPr marL="820400" indent="0">
              <a:buNone/>
              <a:defRPr sz="2200"/>
            </a:lvl3pPr>
            <a:lvl4pPr marL="1230600" indent="0">
              <a:buNone/>
              <a:defRPr sz="1800"/>
            </a:lvl4pPr>
            <a:lvl5pPr marL="1640799" indent="0">
              <a:buNone/>
              <a:defRPr sz="1800"/>
            </a:lvl5pPr>
            <a:lvl6pPr marL="2050999" indent="0">
              <a:buNone/>
              <a:defRPr sz="1800"/>
            </a:lvl6pPr>
            <a:lvl7pPr marL="2461199" indent="0">
              <a:buNone/>
              <a:defRPr sz="1800"/>
            </a:lvl7pPr>
            <a:lvl8pPr marL="2871399" indent="0">
              <a:buNone/>
              <a:defRPr sz="1800"/>
            </a:lvl8pPr>
            <a:lvl9pPr marL="3281599" indent="0">
              <a:buNone/>
              <a:defRPr sz="18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149" y="5367922"/>
            <a:ext cx="5486111" cy="803858"/>
          </a:xfrm>
        </p:spPr>
        <p:txBody>
          <a:bodyPr/>
          <a:lstStyle>
            <a:lvl1pPr marL="0" indent="0">
              <a:buNone/>
              <a:defRPr sz="1300"/>
            </a:lvl1pPr>
            <a:lvl2pPr marL="410200" indent="0">
              <a:buNone/>
              <a:defRPr sz="1100"/>
            </a:lvl2pPr>
            <a:lvl3pPr marL="820400" indent="0">
              <a:buNone/>
              <a:defRPr sz="900"/>
            </a:lvl3pPr>
            <a:lvl4pPr marL="1230600" indent="0">
              <a:buNone/>
              <a:defRPr sz="800"/>
            </a:lvl4pPr>
            <a:lvl5pPr marL="1640799" indent="0">
              <a:buNone/>
              <a:defRPr sz="800"/>
            </a:lvl5pPr>
            <a:lvl6pPr marL="2050999" indent="0">
              <a:buNone/>
              <a:defRPr sz="800"/>
            </a:lvl6pPr>
            <a:lvl7pPr marL="2461199" indent="0">
              <a:buNone/>
              <a:defRPr sz="800"/>
            </a:lvl7pPr>
            <a:lvl8pPr marL="2871399" indent="0">
              <a:buNone/>
              <a:defRPr sz="800"/>
            </a:lvl8pPr>
            <a:lvl9pPr marL="3281599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8839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4866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30375" y="274488"/>
            <a:ext cx="2056209" cy="5851077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417" y="274488"/>
            <a:ext cx="6034434" cy="585107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7462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hyperlink" Target="http://www.ufro.cl/" TargetMode="Externa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hyperlink" Target="http://www.ufro.cl/" TargetMode="Externa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hyperlink" Target="http://www.ufro.cl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2" y="274639"/>
            <a:ext cx="8229600" cy="1143000"/>
          </a:xfrm>
          <a:prstGeom prst="rect">
            <a:avLst/>
          </a:prstGeom>
        </p:spPr>
        <p:txBody>
          <a:bodyPr vert="horz" lIns="91411" tIns="45704" rIns="91411" bIns="45704" rtlCol="0" anchor="ctr">
            <a:normAutofit/>
          </a:bodyPr>
          <a:lstStyle/>
          <a:p>
            <a:r>
              <a:rPr lang="es-ES" dirty="0" smtClean="0"/>
              <a:t>Haga clic para modificar el estilo de título del patrón</a:t>
            </a:r>
            <a:endParaRPr lang="es-CL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2" y="1600202"/>
            <a:ext cx="8229600" cy="4525963"/>
          </a:xfrm>
          <a:prstGeom prst="rect">
            <a:avLst/>
          </a:prstGeom>
        </p:spPr>
        <p:txBody>
          <a:bodyPr vert="horz" lIns="91411" tIns="45704" rIns="91411" bIns="45704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2" y="6356352"/>
            <a:ext cx="28956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2" y="6356352"/>
            <a:ext cx="21336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7 Imagen" descr="ACADÉMICA 1.jpg"/>
          <p:cNvPicPr>
            <a:picLocks noChangeAspect="1"/>
          </p:cNvPicPr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14089" y="2"/>
            <a:ext cx="9115825" cy="6857999"/>
          </a:xfrm>
          <a:prstGeom prst="rect">
            <a:avLst/>
          </a:prstGeom>
        </p:spPr>
      </p:pic>
      <p:sp>
        <p:nvSpPr>
          <p:cNvPr id="9" name="8 CuadroTexto">
            <a:hlinkClick r:id="rId12"/>
          </p:cNvPr>
          <p:cNvSpPr txBox="1"/>
          <p:nvPr userDrawn="1"/>
        </p:nvSpPr>
        <p:spPr>
          <a:xfrm>
            <a:off x="4117466" y="2483691"/>
            <a:ext cx="1038934" cy="282884"/>
          </a:xfrm>
          <a:prstGeom prst="rect">
            <a:avLst/>
          </a:prstGeom>
          <a:noFill/>
        </p:spPr>
        <p:txBody>
          <a:bodyPr wrap="square" lIns="82027" tIns="41014" rIns="82027" bIns="41014" rtlCol="0">
            <a:spAutoFit/>
          </a:bodyPr>
          <a:lstStyle/>
          <a:p>
            <a:pPr algn="ctr" defTabSz="914107"/>
            <a:r>
              <a:rPr lang="es-ES" sz="1300" b="1" dirty="0" smtClean="0">
                <a:solidFill>
                  <a:srgbClr val="1F497D">
                    <a:lumMod val="75000"/>
                  </a:srgbClr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srgbClr val="1F497D">
                  <a:lumMod val="75000"/>
                </a:srgbClr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317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ctr" defTabSz="91410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90" indent="-342790" algn="l" defTabSz="91410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711" indent="-285659" algn="l" defTabSz="91410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34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88" indent="-228527" algn="l" defTabSz="91410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41" indent="-228527" algn="l" defTabSz="91410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94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847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02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54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53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07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60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14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66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21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74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426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417" y="274489"/>
            <a:ext cx="8229166" cy="1142767"/>
          </a:xfrm>
          <a:prstGeom prst="rect">
            <a:avLst/>
          </a:prstGeom>
        </p:spPr>
        <p:txBody>
          <a:bodyPr vert="horz" lIns="82027" tIns="41014" rIns="82027" bIns="41014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600715"/>
            <a:ext cx="8229166" cy="4524851"/>
          </a:xfrm>
          <a:prstGeom prst="rect">
            <a:avLst/>
          </a:prstGeom>
        </p:spPr>
        <p:txBody>
          <a:bodyPr vert="horz" lIns="82027" tIns="41014" rIns="82027" bIns="41014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417" y="6356641"/>
            <a:ext cx="2132686" cy="365517"/>
          </a:xfrm>
          <a:prstGeom prst="rect">
            <a:avLst/>
          </a:prstGeom>
        </p:spPr>
        <p:txBody>
          <a:bodyPr vert="horz" lIns="82027" tIns="41014" rIns="82027" bIns="41014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3996" y="6356641"/>
            <a:ext cx="2896008" cy="365517"/>
          </a:xfrm>
          <a:prstGeom prst="rect">
            <a:avLst/>
          </a:prstGeom>
        </p:spPr>
        <p:txBody>
          <a:bodyPr vert="horz" lIns="82027" tIns="41014" rIns="82027" bIns="41014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898" y="6356641"/>
            <a:ext cx="2132686" cy="365517"/>
          </a:xfrm>
          <a:prstGeom prst="rect">
            <a:avLst/>
          </a:prstGeom>
        </p:spPr>
        <p:txBody>
          <a:bodyPr vert="horz" lIns="82027" tIns="41014" rIns="82027" bIns="41014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6 Imagen" descr="ACADÉMICA 2.jp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14087" y="2"/>
            <a:ext cx="9115824" cy="6857999"/>
          </a:xfrm>
          <a:prstGeom prst="rect">
            <a:avLst/>
          </a:prstGeom>
        </p:spPr>
      </p:pic>
      <p:sp>
        <p:nvSpPr>
          <p:cNvPr id="8" name="7 CuadroTexto">
            <a:hlinkClick r:id="rId14"/>
          </p:cNvPr>
          <p:cNvSpPr txBox="1"/>
          <p:nvPr userDrawn="1"/>
        </p:nvSpPr>
        <p:spPr>
          <a:xfrm>
            <a:off x="6909602" y="6517013"/>
            <a:ext cx="1038934" cy="282884"/>
          </a:xfrm>
          <a:prstGeom prst="rect">
            <a:avLst/>
          </a:prstGeom>
          <a:noFill/>
        </p:spPr>
        <p:txBody>
          <a:bodyPr wrap="square" lIns="82027" tIns="41014" rIns="82027" bIns="41014" rtlCol="0">
            <a:spAutoFit/>
          </a:bodyPr>
          <a:lstStyle/>
          <a:p>
            <a:pPr algn="ctr" defTabSz="914107"/>
            <a:r>
              <a:rPr lang="es-ES" sz="1300" b="1" dirty="0" smtClean="0">
                <a:solidFill>
                  <a:prstClr val="white"/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prstClr val="white"/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036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ctr" defTabSz="820269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7601" indent="-307601" algn="l" defTabSz="820269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66468" indent="-256334" algn="l" defTabSz="820269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5335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469" indent="-205067" algn="l" defTabSz="820269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5603" indent="-205067" algn="l" defTabSz="820269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55738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65872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76005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86140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0134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0269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0403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0536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50670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60804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70939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81073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417" y="274488"/>
            <a:ext cx="8229166" cy="1142767"/>
          </a:xfrm>
          <a:prstGeom prst="rect">
            <a:avLst/>
          </a:prstGeom>
        </p:spPr>
        <p:txBody>
          <a:bodyPr vert="horz" lIns="82040" tIns="41020" rIns="82040" bIns="410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600714"/>
            <a:ext cx="8229166" cy="4524851"/>
          </a:xfrm>
          <a:prstGeom prst="rect">
            <a:avLst/>
          </a:prstGeom>
        </p:spPr>
        <p:txBody>
          <a:bodyPr vert="horz" lIns="82040" tIns="41020" rIns="82040" bIns="410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417" y="6356640"/>
            <a:ext cx="2132686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253"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3996" y="6356640"/>
            <a:ext cx="2896008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898" y="6356640"/>
            <a:ext cx="2132686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253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6 Imagen" descr="ACADÉMICA 2.jp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14087" y="1"/>
            <a:ext cx="9115824" cy="6857999"/>
          </a:xfrm>
          <a:prstGeom prst="rect">
            <a:avLst/>
          </a:prstGeom>
        </p:spPr>
      </p:pic>
      <p:sp>
        <p:nvSpPr>
          <p:cNvPr id="8" name="7 CuadroTexto">
            <a:hlinkClick r:id="rId14"/>
          </p:cNvPr>
          <p:cNvSpPr txBox="1"/>
          <p:nvPr userDrawn="1"/>
        </p:nvSpPr>
        <p:spPr>
          <a:xfrm>
            <a:off x="6909602" y="6517013"/>
            <a:ext cx="1038934" cy="282896"/>
          </a:xfrm>
          <a:prstGeom prst="rect">
            <a:avLst/>
          </a:prstGeom>
          <a:noFill/>
        </p:spPr>
        <p:txBody>
          <a:bodyPr wrap="square" lIns="82040" tIns="41020" rIns="82040" bIns="41020" rtlCol="0">
            <a:spAutoFit/>
          </a:bodyPr>
          <a:lstStyle/>
          <a:p>
            <a:pPr algn="ctr" defTabSz="914253"/>
            <a:r>
              <a:rPr lang="es-ES" sz="1300" b="1" dirty="0" smtClean="0">
                <a:solidFill>
                  <a:prstClr val="white"/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prstClr val="white"/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251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txStyles>
    <p:titleStyle>
      <a:lvl1pPr algn="ctr" defTabSz="820400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7650" indent="-307650" algn="l" defTabSz="82040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66575" indent="-256375" algn="l" defTabSz="820400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5500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699" indent="-205100" algn="l" defTabSz="820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5899" indent="-205100" algn="l" defTabSz="820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560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662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764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866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02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04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06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07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509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611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713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815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980477" y="3140968"/>
            <a:ext cx="5194671" cy="1621712"/>
          </a:xfrm>
          <a:prstGeom prst="rect">
            <a:avLst/>
          </a:prstGeom>
          <a:noFill/>
        </p:spPr>
        <p:txBody>
          <a:bodyPr wrap="square" lIns="82014" tIns="41007" rIns="82014" bIns="41007" rtlCol="0">
            <a:spAutoFit/>
          </a:bodyPr>
          <a:lstStyle/>
          <a:p>
            <a:pPr algn="ctr"/>
            <a:r>
              <a:rPr lang="es-CL" sz="25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AVANCE </a:t>
            </a:r>
            <a:r>
              <a:rPr lang="es-CL" sz="2500" b="1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 </a:t>
            </a:r>
            <a:r>
              <a:rPr lang="es-CL" sz="25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TRABAJO FINAL DE GRADO</a:t>
            </a:r>
          </a:p>
          <a:p>
            <a:pPr algn="ctr"/>
            <a:endParaRPr lang="es-CL" sz="25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algn="ctr"/>
            <a:r>
              <a:rPr lang="es-CL" sz="25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Magíster en Sistemas de Gestión Integral de la Calidad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3143466" y="4941169"/>
            <a:ext cx="2868694" cy="1052311"/>
          </a:xfrm>
          <a:prstGeom prst="rect">
            <a:avLst/>
          </a:prstGeom>
          <a:noFill/>
        </p:spPr>
        <p:txBody>
          <a:bodyPr wrap="square" lIns="82014" tIns="41007" rIns="82014" bIns="41007" rtlCol="0">
            <a:spAutoFit/>
          </a:bodyPr>
          <a:lstStyle/>
          <a:p>
            <a:pPr algn="ctr"/>
            <a:r>
              <a:rPr lang="es-ES" sz="1300" dirty="0">
                <a:solidFill>
                  <a:prstClr val="white">
                    <a:lumMod val="50000"/>
                  </a:prstClr>
                </a:solidFill>
              </a:rPr>
              <a:t>|</a:t>
            </a:r>
            <a:r>
              <a:rPr lang="es-ES" sz="1300" dirty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s-ES" sz="13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ES" sz="1300" dirty="0" err="1">
                <a:solidFill>
                  <a:srgbClr val="1F497D">
                    <a:lumMod val="75000"/>
                  </a:srgbClr>
                </a:solidFill>
              </a:rPr>
              <a:t>nombre_apellidos</a:t>
            </a:r>
            <a:r>
              <a:rPr lang="es-ES" sz="1300" dirty="0">
                <a:solidFill>
                  <a:prstClr val="white">
                    <a:lumMod val="50000"/>
                  </a:prstClr>
                </a:solidFill>
              </a:rPr>
              <a:t>|</a:t>
            </a:r>
          </a:p>
          <a:p>
            <a:pPr algn="ctr"/>
            <a:r>
              <a:rPr lang="es-ES" sz="1300" b="1" dirty="0">
                <a:solidFill>
                  <a:srgbClr val="1F497D">
                    <a:lumMod val="75000"/>
                  </a:srgbClr>
                </a:solidFill>
              </a:rPr>
              <a:t>Profesor guía:</a:t>
            </a:r>
          </a:p>
          <a:p>
            <a:pPr algn="ctr"/>
            <a:r>
              <a:rPr lang="es-ES" sz="1300" b="1" dirty="0">
                <a:solidFill>
                  <a:srgbClr val="1F497D">
                    <a:lumMod val="75000"/>
                  </a:srgbClr>
                </a:solidFill>
              </a:rPr>
              <a:t>Profesor </a:t>
            </a:r>
            <a:r>
              <a:rPr lang="es-ES" sz="1300" b="1" dirty="0" err="1">
                <a:solidFill>
                  <a:srgbClr val="1F497D">
                    <a:lumMod val="75000"/>
                  </a:srgbClr>
                </a:solidFill>
              </a:rPr>
              <a:t>co</a:t>
            </a:r>
            <a:r>
              <a:rPr lang="es-ES" sz="1300" b="1" dirty="0">
                <a:solidFill>
                  <a:srgbClr val="1F497D">
                    <a:lumMod val="75000"/>
                  </a:srgbClr>
                </a:solidFill>
              </a:rPr>
              <a:t>-guía:</a:t>
            </a:r>
          </a:p>
          <a:p>
            <a:pPr algn="ctr"/>
            <a:endParaRPr lang="es-ES" sz="1300" b="1" dirty="0">
              <a:solidFill>
                <a:srgbClr val="1F497D">
                  <a:lumMod val="75000"/>
                </a:srgbClr>
              </a:solidFill>
            </a:endParaRPr>
          </a:p>
          <a:p>
            <a:pPr algn="ctr"/>
            <a:r>
              <a:rPr lang="es-ES" sz="1100" b="1" dirty="0">
                <a:solidFill>
                  <a:srgbClr val="1F497D">
                    <a:lumMod val="75000"/>
                  </a:srgbClr>
                </a:solidFill>
              </a:rPr>
              <a:t>Fecha:</a:t>
            </a:r>
            <a:r>
              <a:rPr lang="es-ES" sz="1100" dirty="0">
                <a:solidFill>
                  <a:srgbClr val="1F497D">
                    <a:lumMod val="75000"/>
                  </a:srgbClr>
                </a:solidFill>
              </a:rPr>
              <a:t> XX/XX/XXXX</a:t>
            </a:r>
            <a:endParaRPr lang="es-CL" sz="1100" dirty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2809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7 Imagen" descr="4L8A2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97" y="1664424"/>
            <a:ext cx="3568930" cy="4453459"/>
          </a:xfrm>
          <a:prstGeom prst="rect">
            <a:avLst/>
          </a:prstGeom>
        </p:spPr>
      </p:pic>
      <p:sp>
        <p:nvSpPr>
          <p:cNvPr id="6" name="5 CuadroTexto"/>
          <p:cNvSpPr txBox="1"/>
          <p:nvPr/>
        </p:nvSpPr>
        <p:spPr>
          <a:xfrm>
            <a:off x="5026535" y="1601403"/>
            <a:ext cx="2713817" cy="2452709"/>
          </a:xfrm>
          <a:prstGeom prst="rect">
            <a:avLst/>
          </a:prstGeom>
          <a:noFill/>
        </p:spPr>
        <p:txBody>
          <a:bodyPr wrap="square" lIns="82027" tIns="41014" rIns="82027" bIns="41014" rtlCol="0">
            <a:spAutoFit/>
          </a:bodyPr>
          <a:lstStyle/>
          <a:p>
            <a:pPr defTabSz="914107"/>
            <a:r>
              <a:rPr lang="es-CL" sz="2200" b="1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Título del trabajo final de grado (actualizado de acuerdo a las observaciones del anteproyecto)</a:t>
            </a:r>
          </a:p>
          <a:p>
            <a:pPr defTabSz="914107"/>
            <a:endParaRPr lang="es-CL" sz="22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5740802" y="1034217"/>
            <a:ext cx="2207735" cy="221329"/>
          </a:xfrm>
          <a:prstGeom prst="rect">
            <a:avLst/>
          </a:prstGeom>
          <a:noFill/>
        </p:spPr>
        <p:txBody>
          <a:bodyPr wrap="square" lIns="82027" tIns="41014" rIns="82027" bIns="41014" rtlCol="0">
            <a:spAutoFit/>
          </a:bodyPr>
          <a:lstStyle/>
          <a:p>
            <a:pPr algn="ctr" defTabSz="914107"/>
            <a:r>
              <a:rPr lang="es-ES" sz="900" dirty="0">
                <a:solidFill>
                  <a:prstClr val="white">
                    <a:lumMod val="50000"/>
                  </a:prstClr>
                </a:solidFill>
              </a:rPr>
              <a:t>|</a:t>
            </a:r>
            <a:r>
              <a:rPr lang="es-ES" sz="900" dirty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s-ES" sz="900" b="1" dirty="0" smtClean="0">
                <a:solidFill>
                  <a:srgbClr val="1F497D">
                    <a:lumMod val="75000"/>
                  </a:srgbClr>
                </a:solidFill>
              </a:rPr>
              <a:t>Estudiante:  </a:t>
            </a:r>
            <a:r>
              <a:rPr lang="es-ES" sz="900" dirty="0" err="1" smtClean="0">
                <a:solidFill>
                  <a:srgbClr val="1F497D">
                    <a:lumMod val="75000"/>
                  </a:srgbClr>
                </a:solidFill>
              </a:rPr>
              <a:t>Nombre_apellidos</a:t>
            </a:r>
            <a:r>
              <a:rPr lang="es-ES" sz="900" dirty="0" smtClean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s-ES" sz="900" dirty="0">
                <a:solidFill>
                  <a:prstClr val="white">
                    <a:lumMod val="50000"/>
                  </a:prstClr>
                </a:solidFill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3293221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1007" rIns="82014" bIns="41007" rtlCol="0">
            <a:spAutoFit/>
          </a:bodyPr>
          <a:lstStyle/>
          <a:p>
            <a:r>
              <a:rPr lang="es-CL" sz="2500" b="1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Objetivos (1 lámina, incorporando observaciones del anteproyecto)</a:t>
            </a:r>
            <a:endParaRPr lang="es-CL" sz="25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1007" rIns="82014" bIns="41007" rtlCol="0">
            <a:spAutoFit/>
          </a:bodyPr>
          <a:lstStyle/>
          <a:p>
            <a:pPr algn="ctr"/>
            <a:r>
              <a:rPr lang="es-ES" sz="900" dirty="0">
                <a:solidFill>
                  <a:prstClr val="white">
                    <a:lumMod val="50000"/>
                  </a:prstClr>
                </a:solidFill>
              </a:rPr>
              <a:t>|</a:t>
            </a:r>
            <a:r>
              <a:rPr lang="es-ES" sz="900" dirty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s-ES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ES" sz="900" dirty="0" err="1">
                <a:solidFill>
                  <a:srgbClr val="1F497D">
                    <a:lumMod val="75000"/>
                  </a:srgbClr>
                </a:solidFill>
              </a:rPr>
              <a:t>Nombre_apellidos</a:t>
            </a:r>
            <a:r>
              <a:rPr lang="es-ES" sz="900" dirty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s-ES" sz="900" dirty="0" smtClean="0">
                <a:solidFill>
                  <a:prstClr val="white">
                    <a:lumMod val="50000"/>
                  </a:prstClr>
                </a:solidFill>
              </a:rPr>
              <a:t>|</a:t>
            </a:r>
            <a:endParaRPr lang="es-ES" sz="90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5675867" y="340990"/>
            <a:ext cx="2337602" cy="252106"/>
          </a:xfrm>
          <a:prstGeom prst="rect">
            <a:avLst/>
          </a:prstGeom>
          <a:noFill/>
        </p:spPr>
        <p:txBody>
          <a:bodyPr wrap="square" lIns="82014" tIns="41007" rIns="82014" bIns="41007" rtlCol="0">
            <a:spAutoFit/>
          </a:bodyPr>
          <a:lstStyle/>
          <a:p>
            <a:pPr algn="ctr"/>
            <a:r>
              <a:rPr lang="es-CL" sz="11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Título del trabajo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323528" y="2564904"/>
            <a:ext cx="8352928" cy="267761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s-CL" sz="2400" dirty="0" smtClean="0">
                <a:solidFill>
                  <a:schemeClr val="tx2"/>
                </a:solidFill>
              </a:rPr>
              <a:t> Objetivo </a:t>
            </a:r>
            <a:r>
              <a:rPr lang="es-CL" sz="2400" dirty="0">
                <a:solidFill>
                  <a:schemeClr val="tx2"/>
                </a:solidFill>
              </a:rPr>
              <a:t>general </a:t>
            </a:r>
          </a:p>
          <a:p>
            <a:pPr>
              <a:buFont typeface="Wingdings" pitchFamily="2" charset="2"/>
              <a:buChar char="q"/>
            </a:pPr>
            <a:r>
              <a:rPr lang="es-CL" sz="2400" dirty="0">
                <a:solidFill>
                  <a:schemeClr val="tx2"/>
                </a:solidFill>
              </a:rPr>
              <a:t> Objetivo específico </a:t>
            </a:r>
            <a:r>
              <a:rPr lang="es-CL" sz="2400" dirty="0" smtClean="0">
                <a:solidFill>
                  <a:schemeClr val="tx2"/>
                </a:solidFill>
              </a:rPr>
              <a:t>1</a:t>
            </a:r>
          </a:p>
          <a:p>
            <a:pPr>
              <a:buFont typeface="Wingdings" pitchFamily="2" charset="2"/>
              <a:buChar char="q"/>
            </a:pPr>
            <a:r>
              <a:rPr lang="es-CL" sz="2400" dirty="0" smtClean="0">
                <a:solidFill>
                  <a:schemeClr val="tx2"/>
                </a:solidFill>
              </a:rPr>
              <a:t> Objetivo </a:t>
            </a:r>
            <a:r>
              <a:rPr lang="es-CL" sz="2400" dirty="0">
                <a:solidFill>
                  <a:schemeClr val="tx2"/>
                </a:solidFill>
              </a:rPr>
              <a:t>específico </a:t>
            </a:r>
            <a:r>
              <a:rPr lang="es-CL" sz="2400" dirty="0" smtClean="0">
                <a:solidFill>
                  <a:schemeClr val="tx2"/>
                </a:solidFill>
              </a:rPr>
              <a:t>2</a:t>
            </a:r>
          </a:p>
          <a:p>
            <a:pPr>
              <a:buFont typeface="Wingdings" pitchFamily="2" charset="2"/>
              <a:buChar char="q"/>
            </a:pPr>
            <a:r>
              <a:rPr lang="es-CL" sz="2400" dirty="0" smtClean="0">
                <a:solidFill>
                  <a:schemeClr val="tx2"/>
                </a:solidFill>
              </a:rPr>
              <a:t>…</a:t>
            </a:r>
            <a:endParaRPr lang="es-CL" sz="2400" dirty="0">
              <a:solidFill>
                <a:schemeClr val="tx2"/>
              </a:solidFill>
            </a:endParaRPr>
          </a:p>
          <a:p>
            <a:pPr>
              <a:buFont typeface="Wingdings" pitchFamily="2" charset="2"/>
              <a:buChar char="q"/>
            </a:pPr>
            <a:r>
              <a:rPr lang="es-CL" sz="2400" dirty="0" smtClean="0">
                <a:solidFill>
                  <a:schemeClr val="tx2"/>
                </a:solidFill>
              </a:rPr>
              <a:t> Objetivo </a:t>
            </a:r>
            <a:r>
              <a:rPr lang="es-CL" sz="2400" dirty="0">
                <a:solidFill>
                  <a:schemeClr val="tx2"/>
                </a:solidFill>
              </a:rPr>
              <a:t>específico </a:t>
            </a:r>
            <a:r>
              <a:rPr lang="es-CL" sz="2400" dirty="0" smtClean="0">
                <a:solidFill>
                  <a:schemeClr val="tx2"/>
                </a:solidFill>
              </a:rPr>
              <a:t>n</a:t>
            </a:r>
            <a:endParaRPr lang="es-CL" sz="2400" dirty="0">
              <a:solidFill>
                <a:schemeClr val="tx2"/>
              </a:solidFill>
            </a:endParaRPr>
          </a:p>
          <a:p>
            <a:pPr>
              <a:buFont typeface="Wingdings" pitchFamily="2" charset="2"/>
              <a:buChar char="q"/>
            </a:pPr>
            <a:endParaRPr lang="es-CL" sz="2400" dirty="0">
              <a:solidFill>
                <a:schemeClr val="tx2"/>
              </a:solidFill>
            </a:endParaRPr>
          </a:p>
          <a:p>
            <a:endParaRPr lang="es-CL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0568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1007" rIns="82014" bIns="41007" rtlCol="0">
            <a:spAutoFit/>
          </a:bodyPr>
          <a:lstStyle/>
          <a:p>
            <a:r>
              <a:rPr lang="es-CL" sz="2500" b="1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Metodología (3 láminas, de acuerdo a los objetivos ajustados)</a:t>
            </a:r>
            <a:endParaRPr lang="es-CL" sz="25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1007" rIns="82014" bIns="41007" rtlCol="0">
            <a:spAutoFit/>
          </a:bodyPr>
          <a:lstStyle/>
          <a:p>
            <a:pPr algn="ctr"/>
            <a:r>
              <a:rPr lang="es-ES" sz="900" dirty="0">
                <a:solidFill>
                  <a:prstClr val="white">
                    <a:lumMod val="50000"/>
                  </a:prstClr>
                </a:solidFill>
              </a:rPr>
              <a:t>|</a:t>
            </a:r>
            <a:r>
              <a:rPr lang="es-ES" sz="900" dirty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s-ES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ES" sz="900" dirty="0" err="1" smtClean="0">
                <a:solidFill>
                  <a:srgbClr val="1F497D">
                    <a:lumMod val="75000"/>
                  </a:srgbClr>
                </a:solidFill>
              </a:rPr>
              <a:t>Nombre_apellidos</a:t>
            </a:r>
            <a:r>
              <a:rPr lang="es-ES" sz="900" dirty="0" smtClean="0">
                <a:solidFill>
                  <a:prstClr val="white">
                    <a:lumMod val="50000"/>
                  </a:prstClr>
                </a:solidFill>
              </a:rPr>
              <a:t>|</a:t>
            </a:r>
            <a:endParaRPr lang="es-ES" sz="90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5675867" y="340990"/>
            <a:ext cx="2337602" cy="252106"/>
          </a:xfrm>
          <a:prstGeom prst="rect">
            <a:avLst/>
          </a:prstGeom>
          <a:noFill/>
        </p:spPr>
        <p:txBody>
          <a:bodyPr wrap="square" lIns="82014" tIns="41007" rIns="82014" bIns="41007" rtlCol="0">
            <a:spAutoFit/>
          </a:bodyPr>
          <a:lstStyle/>
          <a:p>
            <a:pPr algn="ctr"/>
            <a:r>
              <a:rPr lang="es-CL" sz="11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Título del trabajo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323528" y="2564904"/>
            <a:ext cx="8352928" cy="83095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s-CL" sz="2400" dirty="0">
                <a:solidFill>
                  <a:schemeClr val="tx2"/>
                </a:solidFill>
              </a:rPr>
              <a:t> </a:t>
            </a:r>
            <a:r>
              <a:rPr lang="es-CL" sz="2400" dirty="0" smtClean="0">
                <a:solidFill>
                  <a:schemeClr val="tx2"/>
                </a:solidFill>
              </a:rPr>
              <a:t>Descripción de la metodología</a:t>
            </a:r>
            <a:endParaRPr lang="es-CL" sz="2400" dirty="0">
              <a:solidFill>
                <a:schemeClr val="tx2"/>
              </a:solidFill>
            </a:endParaRPr>
          </a:p>
          <a:p>
            <a:endParaRPr lang="es-CL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9450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805865" y="1538381"/>
            <a:ext cx="7077739" cy="467536"/>
          </a:xfrm>
          <a:prstGeom prst="rect">
            <a:avLst/>
          </a:prstGeom>
          <a:noFill/>
        </p:spPr>
        <p:txBody>
          <a:bodyPr wrap="square" lIns="82014" tIns="41007" rIns="82014" bIns="41007" rtlCol="0">
            <a:spAutoFit/>
          </a:bodyPr>
          <a:lstStyle/>
          <a:p>
            <a:r>
              <a:rPr lang="es-CL" sz="2500" b="1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Carta Gantt (1 lámina, actualizada)</a:t>
            </a:r>
            <a:endParaRPr lang="es-CL" sz="25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1007" rIns="82014" bIns="41007" rtlCol="0">
            <a:spAutoFit/>
          </a:bodyPr>
          <a:lstStyle/>
          <a:p>
            <a:pPr algn="ctr"/>
            <a:r>
              <a:rPr lang="es-ES" sz="900" dirty="0">
                <a:solidFill>
                  <a:prstClr val="white">
                    <a:lumMod val="50000"/>
                  </a:prstClr>
                </a:solidFill>
              </a:rPr>
              <a:t>|</a:t>
            </a:r>
            <a:r>
              <a:rPr lang="es-ES" sz="900" dirty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s-ES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ES" sz="900" dirty="0" err="1" smtClean="0">
                <a:solidFill>
                  <a:srgbClr val="1F497D">
                    <a:lumMod val="75000"/>
                  </a:srgbClr>
                </a:solidFill>
              </a:rPr>
              <a:t>Nombre_apellidos</a:t>
            </a:r>
            <a:r>
              <a:rPr lang="es-ES" sz="900" dirty="0" smtClean="0">
                <a:solidFill>
                  <a:prstClr val="white">
                    <a:lumMod val="50000"/>
                  </a:prstClr>
                </a:solidFill>
              </a:rPr>
              <a:t>|</a:t>
            </a:r>
            <a:endParaRPr lang="es-ES" sz="90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5675867" y="340990"/>
            <a:ext cx="2337602" cy="252106"/>
          </a:xfrm>
          <a:prstGeom prst="rect">
            <a:avLst/>
          </a:prstGeom>
          <a:noFill/>
        </p:spPr>
        <p:txBody>
          <a:bodyPr wrap="square" lIns="82014" tIns="41007" rIns="82014" bIns="41007" rtlCol="0">
            <a:spAutoFit/>
          </a:bodyPr>
          <a:lstStyle/>
          <a:p>
            <a:pPr algn="ctr"/>
            <a:r>
              <a:rPr lang="es-CL" sz="11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Título del trabajo</a:t>
            </a:r>
          </a:p>
        </p:txBody>
      </p:sp>
      <p:graphicFrame>
        <p:nvGraphicFramePr>
          <p:cNvPr id="2" name="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915926"/>
              </p:ext>
            </p:extLst>
          </p:nvPr>
        </p:nvGraphicFramePr>
        <p:xfrm>
          <a:off x="971600" y="2276872"/>
          <a:ext cx="6096000" cy="1854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5051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1007" rIns="82014" bIns="41007" rtlCol="0">
            <a:spAutoFit/>
          </a:bodyPr>
          <a:lstStyle/>
          <a:p>
            <a:r>
              <a:rPr lang="es-CL" sz="2500" b="1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Desarrollo y resultados del objetivo específico 1 </a:t>
            </a:r>
            <a:r>
              <a:rPr lang="es-CL" sz="2500" b="1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(2 </a:t>
            </a:r>
            <a:r>
              <a:rPr lang="es-CL" sz="2500" b="1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láminas)</a:t>
            </a:r>
            <a:endParaRPr lang="es-CL" sz="25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1007" rIns="82014" bIns="41007" rtlCol="0">
            <a:spAutoFit/>
          </a:bodyPr>
          <a:lstStyle/>
          <a:p>
            <a:pPr algn="ctr"/>
            <a:r>
              <a:rPr lang="es-ES" sz="900" dirty="0">
                <a:solidFill>
                  <a:prstClr val="white">
                    <a:lumMod val="50000"/>
                  </a:prstClr>
                </a:solidFill>
              </a:rPr>
              <a:t>|</a:t>
            </a:r>
            <a:r>
              <a:rPr lang="es-ES" sz="900" dirty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s-ES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ES" sz="900" dirty="0" err="1" smtClean="0">
                <a:solidFill>
                  <a:srgbClr val="1F497D">
                    <a:lumMod val="75000"/>
                  </a:srgbClr>
                </a:solidFill>
              </a:rPr>
              <a:t>Nombre_apellidos</a:t>
            </a:r>
            <a:r>
              <a:rPr lang="es-ES" sz="900" dirty="0" smtClean="0">
                <a:solidFill>
                  <a:prstClr val="white">
                    <a:lumMod val="50000"/>
                  </a:prstClr>
                </a:solidFill>
              </a:rPr>
              <a:t>|</a:t>
            </a:r>
            <a:endParaRPr lang="es-ES" sz="90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5675867" y="340990"/>
            <a:ext cx="2337602" cy="252106"/>
          </a:xfrm>
          <a:prstGeom prst="rect">
            <a:avLst/>
          </a:prstGeom>
          <a:noFill/>
        </p:spPr>
        <p:txBody>
          <a:bodyPr wrap="square" lIns="82014" tIns="41007" rIns="82014" bIns="41007" rtlCol="0">
            <a:spAutoFit/>
          </a:bodyPr>
          <a:lstStyle/>
          <a:p>
            <a:pPr algn="ctr"/>
            <a:r>
              <a:rPr lang="es-CL" sz="11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Título del trabajo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323528" y="2564904"/>
            <a:ext cx="8352928" cy="1200282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s-CL" sz="2400" dirty="0">
                <a:solidFill>
                  <a:schemeClr val="tx2"/>
                </a:solidFill>
              </a:rPr>
              <a:t> Actividades realizadas</a:t>
            </a:r>
          </a:p>
          <a:p>
            <a:pPr>
              <a:buFont typeface="Wingdings" pitchFamily="2" charset="2"/>
              <a:buChar char="q"/>
            </a:pPr>
            <a:r>
              <a:rPr lang="es-CL" sz="2400" dirty="0">
                <a:solidFill>
                  <a:schemeClr val="tx2"/>
                </a:solidFill>
              </a:rPr>
              <a:t> Resultados obtenidos</a:t>
            </a:r>
          </a:p>
          <a:p>
            <a:endParaRPr lang="es-CL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19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6695224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151</Words>
  <Application>Microsoft Office PowerPoint</Application>
  <PresentationFormat>Presentación en pantalla (4:3)</PresentationFormat>
  <Paragraphs>31</Paragraphs>
  <Slides>7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3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1_Tema de Office</vt:lpstr>
      <vt:lpstr>Diseño personalizado</vt:lpstr>
      <vt:lpstr>1_Diseño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 2 AFE  Magister en Sistemas de Gestión Integral de la Calidad</dc:title>
  <dc:creator>Marjorie</dc:creator>
  <cp:lastModifiedBy>Marjorie</cp:lastModifiedBy>
  <cp:revision>7</cp:revision>
  <cp:lastPrinted>2017-06-14T16:22:49Z</cp:lastPrinted>
  <dcterms:created xsi:type="dcterms:W3CDTF">2016-09-10T16:04:57Z</dcterms:created>
  <dcterms:modified xsi:type="dcterms:W3CDTF">2017-08-09T21:55:14Z</dcterms:modified>
</cp:coreProperties>
</file>