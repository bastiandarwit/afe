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2"/>
  </p:notesMasterIdLst>
  <p:sldIdLst>
    <p:sldId id="261" r:id="rId4"/>
    <p:sldId id="263" r:id="rId5"/>
    <p:sldId id="262" r:id="rId6"/>
    <p:sldId id="264" r:id="rId7"/>
    <p:sldId id="266" r:id="rId8"/>
    <p:sldId id="268" r:id="rId9"/>
    <p:sldId id="269" r:id="rId10"/>
    <p:sldId id="267" r:id="rId11"/>
  </p:sldIdLst>
  <p:sldSz cx="9144000" cy="6858000" type="screen4x3"/>
  <p:notesSz cx="6858000" cy="91440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14A46-6E62-43DB-BF60-607EEC7479EF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A489-9F24-40B1-A85B-D6DE9635E6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945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4653D3-67DB-4300-BF3B-A2F64A35162B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257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980477" y="3140968"/>
            <a:ext cx="5194671" cy="1621712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AVANCE 2 TRABAJO FINAL DE GRADO</a:t>
            </a:r>
          </a:p>
          <a:p>
            <a:pPr algn="ctr"/>
            <a:endParaRPr lang="es-CL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Magíster en Sistemas de Gestión Integral de la Calidad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3143466" y="4941169"/>
            <a:ext cx="2868694" cy="105231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13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13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13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1300" dirty="0" err="1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1300" dirty="0">
                <a:solidFill>
                  <a:prstClr val="white">
                    <a:lumMod val="50000"/>
                  </a:prstClr>
                </a:solidFill>
              </a:rPr>
              <a:t>|</a:t>
            </a:r>
          </a:p>
          <a:p>
            <a:pPr algn="ctr"/>
            <a:r>
              <a:rPr lang="es-ES" sz="1300" b="1" dirty="0">
                <a:solidFill>
                  <a:srgbClr val="1F497D">
                    <a:lumMod val="75000"/>
                  </a:srgbClr>
                </a:solidFill>
              </a:rPr>
              <a:t>Profesor guía:</a:t>
            </a:r>
          </a:p>
          <a:p>
            <a:pPr algn="ctr"/>
            <a:r>
              <a:rPr lang="es-ES" sz="1300" b="1" dirty="0">
                <a:solidFill>
                  <a:srgbClr val="1F497D">
                    <a:lumMod val="75000"/>
                  </a:srgbClr>
                </a:solidFill>
              </a:rPr>
              <a:t>Profesor </a:t>
            </a:r>
            <a:r>
              <a:rPr lang="es-ES" sz="1300" b="1" dirty="0" err="1">
                <a:solidFill>
                  <a:srgbClr val="1F497D">
                    <a:lumMod val="75000"/>
                  </a:srgbClr>
                </a:solidFill>
              </a:rPr>
              <a:t>co</a:t>
            </a:r>
            <a:r>
              <a:rPr lang="es-ES" sz="1300" b="1" dirty="0">
                <a:solidFill>
                  <a:srgbClr val="1F497D">
                    <a:lumMod val="75000"/>
                  </a:srgbClr>
                </a:solidFill>
              </a:rPr>
              <a:t>-guía:</a:t>
            </a:r>
          </a:p>
          <a:p>
            <a:pPr algn="ctr"/>
            <a:endParaRPr lang="es-ES" sz="1300" b="1" dirty="0">
              <a:solidFill>
                <a:srgbClr val="1F497D">
                  <a:lumMod val="75000"/>
                </a:srgbClr>
              </a:solidFill>
            </a:endParaRPr>
          </a:p>
          <a:p>
            <a:pPr algn="ctr"/>
            <a:r>
              <a:rPr lang="es-ES" sz="1100" b="1" dirty="0">
                <a:solidFill>
                  <a:srgbClr val="1F497D">
                    <a:lumMod val="75000"/>
                  </a:srgbClr>
                </a:solidFill>
              </a:rPr>
              <a:t>Fecha:</a:t>
            </a:r>
            <a:r>
              <a:rPr lang="es-ES" sz="1100" dirty="0">
                <a:solidFill>
                  <a:srgbClr val="1F497D">
                    <a:lumMod val="75000"/>
                  </a:srgbClr>
                </a:solidFill>
              </a:rPr>
              <a:t> XX/XX/XXXX</a:t>
            </a:r>
            <a:endParaRPr lang="es-CL" sz="11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80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 descr="4L8A2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97" y="1664424"/>
            <a:ext cx="3568930" cy="4453459"/>
          </a:xfrm>
          <a:prstGeom prst="rect">
            <a:avLst/>
          </a:prstGeom>
        </p:spPr>
      </p:pic>
      <p:sp>
        <p:nvSpPr>
          <p:cNvPr id="6" name="5 CuadroTexto"/>
          <p:cNvSpPr txBox="1"/>
          <p:nvPr/>
        </p:nvSpPr>
        <p:spPr>
          <a:xfrm>
            <a:off x="5026535" y="1601403"/>
            <a:ext cx="1558401" cy="1437046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defTabSz="914107"/>
            <a:r>
              <a:rPr lang="es-CL" sz="22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 final de grado</a:t>
            </a:r>
            <a:endParaRPr lang="es-CL" sz="22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740802" y="1034217"/>
            <a:ext cx="2207735" cy="221329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 smtClean="0">
                <a:solidFill>
                  <a:srgbClr val="1F497D">
                    <a:lumMod val="75000"/>
                  </a:srgbClr>
                </a:solidFill>
              </a:rPr>
              <a:t>Estudiante:  </a:t>
            </a:r>
            <a:r>
              <a:rPr lang="es-ES" sz="900" dirty="0" err="1" smtClean="0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29322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05865" y="1538381"/>
            <a:ext cx="7077739" cy="467562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Problema (2 láminas)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900" dirty="0" err="1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dirty="0" smtClean="0">
                <a:solidFill>
                  <a:prstClr val="white">
                    <a:lumMod val="50000"/>
                  </a:prstClr>
                </a:solidFill>
              </a:rPr>
              <a:t>|</a:t>
            </a:r>
            <a:endParaRPr lang="es-E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1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3528" y="2564904"/>
            <a:ext cx="8352928" cy="2308292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L" sz="2400" dirty="0" smtClean="0">
                <a:solidFill>
                  <a:schemeClr val="tx2"/>
                </a:solidFill>
              </a:rPr>
              <a:t> Descripción </a:t>
            </a:r>
            <a:r>
              <a:rPr lang="es-CL" sz="2400" dirty="0">
                <a:solidFill>
                  <a:schemeClr val="tx2"/>
                </a:solidFill>
              </a:rPr>
              <a:t>de la organización/unidad donde se aplica el trabajo</a:t>
            </a:r>
          </a:p>
          <a:p>
            <a:pPr>
              <a:buFont typeface="Wingdings" pitchFamily="2" charset="2"/>
              <a:buChar char="q"/>
            </a:pPr>
            <a:r>
              <a:rPr lang="es-CL" sz="2400" dirty="0" smtClean="0">
                <a:solidFill>
                  <a:schemeClr val="tx2"/>
                </a:solidFill>
              </a:rPr>
              <a:t> Descripción </a:t>
            </a:r>
            <a:r>
              <a:rPr lang="es-CL" sz="2400" dirty="0">
                <a:solidFill>
                  <a:schemeClr val="tx2"/>
                </a:solidFill>
              </a:rPr>
              <a:t>del problema</a:t>
            </a:r>
          </a:p>
          <a:p>
            <a:pPr>
              <a:buFont typeface="Wingdings" pitchFamily="2" charset="2"/>
              <a:buChar char="q"/>
            </a:pPr>
            <a:r>
              <a:rPr lang="es-CL" sz="2400" dirty="0" smtClean="0">
                <a:solidFill>
                  <a:schemeClr val="tx2"/>
                </a:solidFill>
              </a:rPr>
              <a:t> Relevancia </a:t>
            </a:r>
            <a:r>
              <a:rPr lang="es-CL" sz="2400" dirty="0">
                <a:solidFill>
                  <a:schemeClr val="tx2"/>
                </a:solidFill>
              </a:rPr>
              <a:t>del trabajo propuesto para la gestión de la calidad en la organización/unidad en estudio</a:t>
            </a:r>
          </a:p>
          <a:p>
            <a:endParaRPr lang="es-CL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73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05865" y="1538381"/>
            <a:ext cx="7077739" cy="467562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Marco teórico </a:t>
            </a:r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(2 láminas)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900" dirty="0" err="1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dirty="0" smtClean="0">
                <a:solidFill>
                  <a:prstClr val="white">
                    <a:lumMod val="50000"/>
                  </a:prstClr>
                </a:solidFill>
              </a:rPr>
              <a:t>|</a:t>
            </a:r>
            <a:endParaRPr lang="es-E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1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3528" y="2564904"/>
            <a:ext cx="8352928" cy="1569614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L" sz="2400" dirty="0" smtClean="0">
                <a:solidFill>
                  <a:schemeClr val="tx2"/>
                </a:solidFill>
              </a:rPr>
              <a:t> Qué </a:t>
            </a:r>
            <a:r>
              <a:rPr lang="es-CL" sz="2400" dirty="0">
                <a:solidFill>
                  <a:schemeClr val="tx2"/>
                </a:solidFill>
              </a:rPr>
              <a:t>dice la teoría respecto del </a:t>
            </a:r>
            <a:r>
              <a:rPr lang="es-CL" sz="2400" dirty="0" smtClean="0">
                <a:solidFill>
                  <a:schemeClr val="tx2"/>
                </a:solidFill>
              </a:rPr>
              <a:t>problema. Revisión bibliográfica</a:t>
            </a:r>
            <a:endParaRPr lang="es-CL" sz="2400" dirty="0">
              <a:solidFill>
                <a:schemeClr val="tx2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s-CL" sz="2400" dirty="0" smtClean="0">
                <a:solidFill>
                  <a:schemeClr val="tx2"/>
                </a:solidFill>
              </a:rPr>
              <a:t> Qué </a:t>
            </a:r>
            <a:r>
              <a:rPr lang="es-CL" sz="2400" dirty="0">
                <a:solidFill>
                  <a:schemeClr val="tx2"/>
                </a:solidFill>
              </a:rPr>
              <a:t>se ha hecho en la práctica para resolver el </a:t>
            </a:r>
            <a:r>
              <a:rPr lang="es-CL" sz="2400" dirty="0" smtClean="0">
                <a:solidFill>
                  <a:schemeClr val="tx2"/>
                </a:solidFill>
              </a:rPr>
              <a:t>problema. Revisión de artículos científicos</a:t>
            </a:r>
            <a:endParaRPr lang="es-CL" sz="2400" dirty="0">
              <a:solidFill>
                <a:schemeClr val="tx2"/>
              </a:solidFill>
            </a:endParaRPr>
          </a:p>
          <a:p>
            <a:endParaRPr lang="es-CL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64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05865" y="1538381"/>
            <a:ext cx="7077739" cy="1236977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Desarrollo y resultados del objetivo específico </a:t>
            </a:r>
            <a:r>
              <a:rPr lang="es-CL" sz="2500" b="1">
                <a:solidFill>
                  <a:prstClr val="black">
                    <a:lumMod val="65000"/>
                    <a:lumOff val="35000"/>
                  </a:prstClr>
                </a:solidFill>
              </a:rPr>
              <a:t>1</a:t>
            </a:r>
            <a:r>
              <a:rPr lang="es-CL" sz="2500" b="1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s-CL" sz="2500" b="1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(1-2 </a:t>
            </a:r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láminas </a:t>
            </a:r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destacando </a:t>
            </a:r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lo que no se mostró en el avance </a:t>
            </a:r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1)</a:t>
            </a:r>
            <a:endParaRPr lang="es-CL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900" dirty="0" err="1" smtClean="0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 smtClean="0">
                <a:solidFill>
                  <a:prstClr val="white">
                    <a:lumMod val="50000"/>
                  </a:prstClr>
                </a:solidFill>
              </a:rPr>
              <a:t>|</a:t>
            </a:r>
            <a:endParaRPr lang="es-E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1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3528" y="2806787"/>
            <a:ext cx="8352928" cy="1200282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L" sz="2400" dirty="0">
                <a:solidFill>
                  <a:schemeClr val="tx2"/>
                </a:solidFill>
              </a:rPr>
              <a:t> Actividades realizadas</a:t>
            </a:r>
          </a:p>
          <a:p>
            <a:pPr>
              <a:buFont typeface="Wingdings" pitchFamily="2" charset="2"/>
              <a:buChar char="q"/>
            </a:pPr>
            <a:r>
              <a:rPr lang="es-CL" sz="2400" dirty="0">
                <a:solidFill>
                  <a:schemeClr val="tx2"/>
                </a:solidFill>
              </a:rPr>
              <a:t> Resultados obtenidos</a:t>
            </a:r>
          </a:p>
          <a:p>
            <a:endParaRPr lang="es-CL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45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Desarrollo y resultados del objetivo específico 2 (2 láminas)</a:t>
            </a:r>
            <a:endParaRPr lang="es-CL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900" dirty="0" err="1" smtClean="0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 smtClean="0">
                <a:solidFill>
                  <a:prstClr val="white">
                    <a:lumMod val="50000"/>
                  </a:prstClr>
                </a:solidFill>
              </a:rPr>
              <a:t>|</a:t>
            </a:r>
            <a:endParaRPr lang="es-E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1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3528" y="2564904"/>
            <a:ext cx="8352928" cy="1200282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L" sz="2400" dirty="0">
                <a:solidFill>
                  <a:schemeClr val="tx2"/>
                </a:solidFill>
              </a:rPr>
              <a:t> Actividades realizadas</a:t>
            </a:r>
          </a:p>
          <a:p>
            <a:pPr>
              <a:buFont typeface="Wingdings" pitchFamily="2" charset="2"/>
              <a:buChar char="q"/>
            </a:pPr>
            <a:r>
              <a:rPr lang="es-CL" sz="2400" dirty="0">
                <a:solidFill>
                  <a:schemeClr val="tx2"/>
                </a:solidFill>
              </a:rPr>
              <a:t> Resultados obtenidos</a:t>
            </a:r>
          </a:p>
          <a:p>
            <a:endParaRPr lang="es-CL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24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Carta Gantt (1 lámina, </a:t>
            </a:r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mostrar </a:t>
            </a:r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nivel de cumplimiento</a:t>
            </a:r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  <a:endParaRPr lang="es-CL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900" dirty="0" err="1" smtClean="0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 smtClean="0">
                <a:solidFill>
                  <a:prstClr val="white">
                    <a:lumMod val="50000"/>
                  </a:prstClr>
                </a:solidFill>
              </a:rPr>
              <a:t>|</a:t>
            </a:r>
            <a:endParaRPr lang="es-E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1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</a:t>
            </a:r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399237"/>
              </p:ext>
            </p:extLst>
          </p:nvPr>
        </p:nvGraphicFramePr>
        <p:xfrm>
          <a:off x="971600" y="2564904"/>
          <a:ext cx="6096000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60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69522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205</Words>
  <Application>Microsoft Office PowerPoint</Application>
  <PresentationFormat>Presentación en pantalla (4:3)</PresentationFormat>
  <Paragraphs>35</Paragraphs>
  <Slides>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1_Tema de Office</vt:lpstr>
      <vt:lpstr>Diseño personalizado</vt:lpstr>
      <vt:lpstr>1_Diseño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2 AFE  Magister en Sistemas de Gestión Integral de la Calidad</dc:title>
  <dc:creator>Marjorie</dc:creator>
  <cp:lastModifiedBy>Marjorie</cp:lastModifiedBy>
  <cp:revision>5</cp:revision>
  <dcterms:created xsi:type="dcterms:W3CDTF">2016-09-10T16:04:57Z</dcterms:created>
  <dcterms:modified xsi:type="dcterms:W3CDTF">2017-08-09T21:59:14Z</dcterms:modified>
</cp:coreProperties>
</file>